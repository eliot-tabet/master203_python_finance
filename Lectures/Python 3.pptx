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9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125ba21be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125ba21be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25ba21be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125ba21be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25ba21be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25ba21be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125ba21be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125ba21be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125ba21be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125ba21be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125ba21b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125ba21b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125ba21be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125ba21be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def sum(x, y):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 return x + 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def hello_world():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 print("hello world")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x =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def remove_from_x(y = 3):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 return x - 3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print(sum(2, 3))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hello_world()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print(remove_from_x())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129885de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129885de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Python Bootcamp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Session 3 : Tests, Loops and Custom Functions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If Test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if condition: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	on fait quelque chose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elif condition: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	on fait quelque chose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else: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	on fait quelque chose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What will this test print out ?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1396525"/>
            <a:ext cx="472440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For Loop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017725"/>
            <a:ext cx="8520600" cy="4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de" u="sng">
                <a:solidFill>
                  <a:srgbClr val="FF0000"/>
                </a:solidFill>
              </a:rPr>
              <a:t>U</a:t>
            </a:r>
            <a:r>
              <a:rPr b="1" lang="de" u="sng">
                <a:solidFill>
                  <a:srgbClr val="FF0000"/>
                </a:solidFill>
              </a:rPr>
              <a:t>sed for iterating over a sequence</a:t>
            </a:r>
            <a:r>
              <a:rPr lang="de"/>
              <a:t> (that is either a list, a tuple, a dictionary, a set, or a string)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de"/>
              <a:t>Syntax: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fruits = ["apple", "banana", "cherry"]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a_dict = {'color': 'blue', 'fruit': 'apple', 'pet': 'dog'}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for x in fruits: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  	print(x)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for i in range(5):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	print(i)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for key in a_dict: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	print(key)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While Loop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The while loop will be executed as long as the condition is true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Syntax: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i = 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while i &lt; 6:</a:t>
            </a:r>
            <a:endParaRPr b="1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print(i)</a:t>
            </a:r>
            <a:endParaRPr b="1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i = i + 1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Break Statement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</a:t>
            </a:r>
            <a:r>
              <a:rPr lang="de"/>
              <a:t>he break statement can stop any loop if a condition is true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Syntax: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i = 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while i &lt; 6: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  	print(i)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  	if i == 3: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    		break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  	i = i + 1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Custom Functions in Python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Use the </a:t>
            </a:r>
            <a:r>
              <a:rPr b="1" lang="de" u="sng">
                <a:solidFill>
                  <a:srgbClr val="FF0000"/>
                </a:solidFill>
              </a:rPr>
              <a:t>def</a:t>
            </a:r>
            <a:r>
              <a:rPr lang="de"/>
              <a:t> keyword to begin the function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Name your function and then follow it by brackets and colon  “</a:t>
            </a:r>
            <a:r>
              <a:rPr b="1" lang="de" u="sng">
                <a:solidFill>
                  <a:srgbClr val="FF0000"/>
                </a:solidFill>
              </a:rPr>
              <a:t>( ) :</a:t>
            </a:r>
            <a:r>
              <a:rPr lang="de"/>
              <a:t> 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Supply </a:t>
            </a:r>
            <a:r>
              <a:rPr b="1" lang="de" u="sng">
                <a:solidFill>
                  <a:srgbClr val="FF0000"/>
                </a:solidFill>
              </a:rPr>
              <a:t>parameters in the brackets if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Enter </a:t>
            </a:r>
            <a:r>
              <a:rPr b="1" lang="de" u="sng">
                <a:solidFill>
                  <a:srgbClr val="FF0000"/>
                </a:solidFill>
              </a:rPr>
              <a:t>lines of code on the line after</a:t>
            </a:r>
            <a:r>
              <a:rPr lang="de"/>
              <a:t> to make your function do whatever you want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Use the</a:t>
            </a:r>
            <a:r>
              <a:rPr b="1" lang="de" u="sng">
                <a:solidFill>
                  <a:srgbClr val="FF0000"/>
                </a:solidFill>
              </a:rPr>
              <a:t> return keyword at the end of the function to return the output. If omitted, the function will return None</a:t>
            </a:r>
            <a:endParaRPr b="1" u="sng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What will these functions print out ?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225" y="1343099"/>
            <a:ext cx="4019550" cy="37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Common Errors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Indentation matters ! </a:t>
            </a:r>
            <a:r>
              <a:rPr b="1" lang="de" u="sng">
                <a:solidFill>
                  <a:srgbClr val="FF0000"/>
                </a:solidFill>
              </a:rPr>
              <a:t>Each code block should be indented with the same amount of indentations (“tab”)</a:t>
            </a:r>
            <a:endParaRPr b="1" u="sng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Do not </a:t>
            </a:r>
            <a:r>
              <a:rPr lang="de"/>
              <a:t>forget</a:t>
            </a:r>
            <a:r>
              <a:rPr lang="de"/>
              <a:t> the </a:t>
            </a:r>
            <a:r>
              <a:rPr b="1" lang="de" u="sng">
                <a:solidFill>
                  <a:srgbClr val="FF0000"/>
                </a:solidFill>
              </a:rPr>
              <a:t>“:” at the end of if, elif, else, def ….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de" u="sng">
                <a:solidFill>
                  <a:srgbClr val="FF0000"/>
                </a:solidFill>
              </a:rPr>
              <a:t>Always check the type of variables you are using together</a:t>
            </a:r>
            <a:r>
              <a:rPr lang="de"/>
              <a:t>. For example, you cannot sum lists with tuples etc.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