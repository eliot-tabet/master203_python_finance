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0e94c90b9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0e94c90b9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8955da4e1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8955da4e1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e7cb7a1d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e7cb7a1d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print('Hello, world!') #Basic Printing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print("Hello " * 3) #Repetition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print("Hello\n" * 3) #Repetition with newline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print("Hello, Master " + str(224) + ".") # Concatenation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print("hello"[0]) #Indexing beginning to 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print("hello"[-1]) #Indexing end to beginning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print("hello"[1:2]) #Slicing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print(len("hello")) #Length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print("el" in "hello") #Searching for substring in string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print("r" in "hello") #Searching for character in string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0e94c90b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0e94c90b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print('Hello'.find("lo")) #Find beginning of a substring in string. This is case sensitive and better than index because it returns -1 when substring not found and not an exception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print('hello'.capitalize()) #Capitalize first letter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print('hello'.upper()) #Upper Case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print('hello WORLD'.lower()) #Lower Case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print('hello WORLD'.title())	#Converts the first character of each word to upper case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print('hello WORLD'.split(" ")) #Split a string based on substring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0e94c90b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0e94c90b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0e94c90b9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0e94c90b9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x = 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print(x + 5.2) #Addition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print(5 * x) #Multiplication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print((5*x) / 2.5) #Division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print(3 ** x) #Power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print((5*x) % 2.5) #Modular Division (Rest of Division)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print((5*x) % 2.3) #Modular Division (Rest of Division)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print(5 &lt; x) #Checking the veracity of a statement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print(2 == x) #Checking the veracity of a statement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0e94c90b9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0e94c90b9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e94c90b9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0e94c90b9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e94c90b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0e94c90b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d =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"brand": "Ford",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"model": ["Mustang", "Focus"],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  "year": [1964, 2000]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print(d.keys())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print(d.values())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d["owner"] = ["Jean", "Baptiste"]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print(d)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3schools.com/python/python_ref_string.asp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3schools.com/python/python_ref_tuple.asp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w3schools.com/python/python_ref_list.asp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schools.com/python/python_ref_dictionary.asp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Python Bootcamp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Session 2 : Python Basics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Python Data Types and Methods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Python has 5 main Data Types: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Strings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Numericals : </a:t>
            </a:r>
            <a:r>
              <a:rPr lang="de"/>
              <a:t>Integers</a:t>
            </a:r>
            <a:r>
              <a:rPr lang="de"/>
              <a:t> and Floats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Tuples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Lists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Dictionaries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de" u="sng">
                <a:solidFill>
                  <a:srgbClr val="FF0000"/>
                </a:solidFill>
              </a:rPr>
              <a:t>A method is a programmed function that “belongs to” an object or data type</a:t>
            </a:r>
            <a:r>
              <a:rPr lang="de"/>
              <a:t>. This function, when called, is applied directly to the element it is used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de" u="sng">
                <a:solidFill>
                  <a:srgbClr val="FF0000"/>
                </a:solidFill>
              </a:rPr>
              <a:t>A variable is a symbolic name that is a reference to an object</a:t>
            </a:r>
            <a:r>
              <a:rPr lang="de"/>
              <a:t>. If we write: x = 5 then x is a variable and for now it holds the value 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Printing and Basic String Operators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The print function is arguably the most important function in Python as it allows you to inspect all variables and visualize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It </a:t>
            </a:r>
            <a:r>
              <a:rPr b="1" lang="de" u="sng">
                <a:solidFill>
                  <a:srgbClr val="FF0000"/>
                </a:solidFill>
              </a:rPr>
              <a:t>can be used with all data types</a:t>
            </a:r>
            <a:endParaRPr b="1" u="sng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 string can be seen as an array of characters. </a:t>
            </a:r>
            <a:r>
              <a:rPr b="1" lang="de" u="sng">
                <a:solidFill>
                  <a:srgbClr val="FF0000"/>
                </a:solidFill>
              </a:rPr>
              <a:t>In Python, all arrays start with an index of 0</a:t>
            </a:r>
            <a:r>
              <a:rPr lang="de"/>
              <a:t>. So if we have the string “Hello” character number 0 would be “H” and character number 4 would be “o”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Strings can be combined with other strings to create bigger strings. </a:t>
            </a:r>
            <a:r>
              <a:rPr lang="de"/>
              <a:t>This is called </a:t>
            </a:r>
            <a:r>
              <a:rPr b="1" lang="de" u="sng">
                <a:solidFill>
                  <a:srgbClr val="FF0000"/>
                </a:solidFill>
              </a:rPr>
              <a:t>concatenation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de" u="sng">
                <a:solidFill>
                  <a:srgbClr val="FF0000"/>
                </a:solidFill>
              </a:rPr>
              <a:t>Python data types can be turned into strings by using the “str” function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What will these lines of code print out ?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350" y="1350000"/>
            <a:ext cx="715327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String Methods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 list of all string methods can be found here : </a:t>
            </a:r>
            <a:r>
              <a:rPr lang="de" u="sng">
                <a:solidFill>
                  <a:schemeClr val="hlink"/>
                </a:solidFill>
                <a:hlinkClick r:id="rId3"/>
              </a:rPr>
              <a:t>Python String Methods</a:t>
            </a:r>
            <a:r>
              <a:rPr lang="de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Here are the most common ones: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150" y="1876413"/>
            <a:ext cx="750570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Floats, Integers and Operators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An int or integer is a whole number, positive or negative, without decimals.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Floats are numbers, positive or negative, with a value after the decimal 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Floats and integers are the only data types in Python with no methods associated with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You can use arithmetic operations between these 2 types with no issue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What will these lines of code print out ?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363" y="1503350"/>
            <a:ext cx="715327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Tuples, Methods and Operators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 tuple is a simple collection of arbitrary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de" u="sng">
                <a:solidFill>
                  <a:srgbClr val="FF0000"/>
                </a:solidFill>
              </a:rPr>
              <a:t>A tuple is unchangeable after its creation and accepts duplicates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Tuples are </a:t>
            </a:r>
            <a:r>
              <a:rPr b="1" lang="de" u="sng">
                <a:solidFill>
                  <a:srgbClr val="FF0000"/>
                </a:solidFill>
              </a:rPr>
              <a:t>created and printed out with normal brackets “( )”</a:t>
            </a:r>
            <a:endParaRPr b="1" u="sng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The downside of tuples is that they have only 2 methods. </a:t>
            </a:r>
            <a:r>
              <a:rPr lang="de" u="sng">
                <a:solidFill>
                  <a:schemeClr val="hlink"/>
                </a:solidFill>
                <a:hlinkClick r:id="rId3"/>
              </a:rPr>
              <a:t>Python Tuple Methods</a:t>
            </a:r>
            <a:r>
              <a:rPr lang="de"/>
              <a:t> 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1775" y="3043850"/>
            <a:ext cx="3400425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Lists, Methods and Operators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 list is a simple collection of arbitrary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de" u="sng">
                <a:solidFill>
                  <a:srgbClr val="FF0000"/>
                </a:solidFill>
              </a:rPr>
              <a:t>A list is changeable after creation and accepts duplicates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Lists </a:t>
            </a:r>
            <a:r>
              <a:rPr b="1" lang="de" u="sng">
                <a:solidFill>
                  <a:srgbClr val="FF0000"/>
                </a:solidFill>
              </a:rPr>
              <a:t>are created and printed out with square brackets “[ ]”</a:t>
            </a:r>
            <a:endParaRPr b="1" u="sng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The upside of lists is that they have many methods. </a:t>
            </a:r>
            <a:r>
              <a:rPr lang="de" u="sng">
                <a:solidFill>
                  <a:schemeClr val="hlink"/>
                </a:solidFill>
                <a:hlinkClick r:id="rId3"/>
              </a:rPr>
              <a:t>Python List/Array Methods</a:t>
            </a:r>
            <a:r>
              <a:rPr lang="de"/>
              <a:t> 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4075" y="2571738"/>
            <a:ext cx="46958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Dictionaries, Methods and Operators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 d</a:t>
            </a:r>
            <a:r>
              <a:rPr lang="de"/>
              <a:t>ictionary is used to store data values in key:value pairs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 dictionary is changeable, but it does not allow duplicate keys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Dictionaries </a:t>
            </a:r>
            <a:r>
              <a:rPr b="1" lang="de" u="sng">
                <a:solidFill>
                  <a:srgbClr val="FF0000"/>
                </a:solidFill>
              </a:rPr>
              <a:t>are created and printed out with curly brackets “{ }”</a:t>
            </a:r>
            <a:endParaRPr b="1" u="sng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Dictionaries, like lists, have many methods: </a:t>
            </a:r>
            <a:r>
              <a:rPr lang="de" u="sng">
                <a:solidFill>
                  <a:schemeClr val="hlink"/>
                </a:solidFill>
                <a:hlinkClick r:id="rId3"/>
              </a:rPr>
              <a:t>Python Dictionary Methods</a:t>
            </a:r>
            <a:r>
              <a:rPr lang="de"/>
              <a:t> 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625" y="2503075"/>
            <a:ext cx="4818750" cy="26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